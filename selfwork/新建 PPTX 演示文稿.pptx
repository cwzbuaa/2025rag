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350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log.csdn.net/2401_85327249/article/details/141759577?ops_request_misc=&amp;request_id=&amp;biz_id=102&amp;utm_term=RAG&amp;utm_medium=distribute.pc_search_result.none-task-blog-2~all~sobaiduweb~default-1-141759577.142%5ev102%5epc_search_result_base1&amp;spm=1018.2226.3001.4187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duin2017/HowToCook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34044BD-9F7E-403B-8C0E-67A1FA475AE5}"/>
              </a:ext>
            </a:extLst>
          </p:cNvPr>
          <p:cNvSpPr txBox="1"/>
          <p:nvPr/>
        </p:nvSpPr>
        <p:spPr>
          <a:xfrm>
            <a:off x="340658" y="417522"/>
            <a:ext cx="360381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Cook-RAG</a:t>
            </a:r>
          </a:p>
          <a:p>
            <a:endParaRPr lang="en-US" altLang="zh-CN" dirty="0"/>
          </a:p>
          <a:p>
            <a:r>
              <a:rPr lang="zh-CN" altLang="en-US" dirty="0"/>
              <a:t>什么是</a:t>
            </a:r>
            <a:r>
              <a:rPr lang="en-US" altLang="zh-CN" dirty="0"/>
              <a:t>RAG</a:t>
            </a:r>
          </a:p>
          <a:p>
            <a:r>
              <a:rPr lang="en-US" altLang="zh-CN" dirty="0">
                <a:hlinkClick r:id="rId2"/>
              </a:rPr>
              <a:t>5</a:t>
            </a:r>
            <a:r>
              <a:rPr lang="zh-CN" altLang="en-US" dirty="0">
                <a:hlinkClick r:id="rId2"/>
              </a:rPr>
              <a:t>分搞懂大模型 </a:t>
            </a:r>
            <a:r>
              <a:rPr lang="en-US" altLang="zh-CN" dirty="0">
                <a:hlinkClick r:id="rId2"/>
              </a:rPr>
              <a:t>- RAG</a:t>
            </a:r>
            <a:r>
              <a:rPr lang="zh-CN" altLang="en-US" dirty="0">
                <a:hlinkClick r:id="rId2"/>
              </a:rPr>
              <a:t>（检索、增强、生成）</a:t>
            </a:r>
            <a:r>
              <a:rPr lang="en-US" altLang="zh-CN" dirty="0">
                <a:hlinkClick r:id="rId2"/>
              </a:rPr>
              <a:t>_rag</a:t>
            </a:r>
            <a:r>
              <a:rPr lang="zh-CN" altLang="en-US" dirty="0">
                <a:hlinkClick r:id="rId2"/>
              </a:rPr>
              <a:t>增强检索技术</a:t>
            </a:r>
            <a:r>
              <a:rPr lang="en-US" altLang="zh-CN" dirty="0">
                <a:hlinkClick r:id="rId2"/>
              </a:rPr>
              <a:t>-CSDN</a:t>
            </a:r>
            <a:r>
              <a:rPr lang="zh-CN" altLang="en-US" dirty="0">
                <a:hlinkClick r:id="rId2"/>
              </a:rPr>
              <a:t>博客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3BA916C-38CE-446B-8555-146559F6B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971" y="2788023"/>
            <a:ext cx="7805316" cy="365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501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34044BD-9F7E-403B-8C0E-67A1FA475AE5}"/>
              </a:ext>
            </a:extLst>
          </p:cNvPr>
          <p:cNvSpPr txBox="1"/>
          <p:nvPr/>
        </p:nvSpPr>
        <p:spPr>
          <a:xfrm>
            <a:off x="340658" y="417522"/>
            <a:ext cx="36038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Cook-RAG</a:t>
            </a:r>
          </a:p>
          <a:p>
            <a:endParaRPr lang="en-US" altLang="zh-CN" dirty="0"/>
          </a:p>
          <a:p>
            <a:r>
              <a:rPr lang="zh-CN" altLang="en-US" dirty="0"/>
              <a:t>项目简介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3BA916C-38CE-446B-8555-146559F6B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971" y="2788023"/>
            <a:ext cx="7805316" cy="365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555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34044BD-9F7E-403B-8C0E-67A1FA475AE5}"/>
              </a:ext>
            </a:extLst>
          </p:cNvPr>
          <p:cNvSpPr txBox="1"/>
          <p:nvPr/>
        </p:nvSpPr>
        <p:spPr>
          <a:xfrm>
            <a:off x="340658" y="417522"/>
            <a:ext cx="360381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Cook-RAG</a:t>
            </a:r>
          </a:p>
          <a:p>
            <a:endParaRPr lang="en-US" altLang="zh-CN" dirty="0"/>
          </a:p>
          <a:p>
            <a:r>
              <a:rPr lang="zh-CN" altLang="en-US" dirty="0"/>
              <a:t>数据集处理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数据来源（规模、结构等）</a:t>
            </a:r>
            <a:r>
              <a:rPr lang="en-US" altLang="zh-CN" dirty="0">
                <a:hlinkClick r:id="rId2"/>
              </a:rPr>
              <a:t>https://github.com/Anduin2017/HowToCook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文档分割（长度分割、父子分割）（展示分割效果图片）</a:t>
            </a:r>
          </a:p>
        </p:txBody>
      </p:sp>
    </p:spTree>
    <p:extLst>
      <p:ext uri="{BB962C8B-B14F-4D97-AF65-F5344CB8AC3E}">
        <p14:creationId xmlns:p14="http://schemas.microsoft.com/office/powerpoint/2010/main" val="1685244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34044BD-9F7E-403B-8C0E-67A1FA475AE5}"/>
              </a:ext>
            </a:extLst>
          </p:cNvPr>
          <p:cNvSpPr txBox="1"/>
          <p:nvPr/>
        </p:nvSpPr>
        <p:spPr>
          <a:xfrm>
            <a:off x="340658" y="417522"/>
            <a:ext cx="360381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Cook-RAG</a:t>
            </a:r>
          </a:p>
          <a:p>
            <a:endParaRPr lang="en-US" altLang="zh-CN" dirty="0"/>
          </a:p>
          <a:p>
            <a:r>
              <a:rPr lang="zh-CN" altLang="en-US" dirty="0"/>
              <a:t>向量嵌入</a:t>
            </a:r>
            <a:endParaRPr lang="en-US" altLang="zh-CN" dirty="0"/>
          </a:p>
          <a:p>
            <a:r>
              <a:rPr lang="zh-CN" altLang="en-US"/>
              <a:t>采用千问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21891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34044BD-9F7E-403B-8C0E-67A1FA475AE5}"/>
              </a:ext>
            </a:extLst>
          </p:cNvPr>
          <p:cNvSpPr txBox="1"/>
          <p:nvPr/>
        </p:nvSpPr>
        <p:spPr>
          <a:xfrm>
            <a:off x="340658" y="417522"/>
            <a:ext cx="36038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Cook-RAG</a:t>
            </a:r>
          </a:p>
          <a:p>
            <a:endParaRPr lang="en-US" altLang="zh-CN" sz="2400" b="1" dirty="0"/>
          </a:p>
          <a:p>
            <a:r>
              <a:rPr lang="zh-CN" altLang="en-US" sz="2400" b="1" dirty="0"/>
              <a:t>实验结果与测评</a:t>
            </a:r>
            <a:endParaRPr lang="en-US" altLang="zh-CN" sz="24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7D7508-0B9F-4937-BAFF-2E2CB4BF32D6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pip freeze &gt; requirements.txt</a:t>
            </a:r>
          </a:p>
        </p:txBody>
      </p:sp>
    </p:spTree>
    <p:extLst>
      <p:ext uri="{BB962C8B-B14F-4D97-AF65-F5344CB8AC3E}">
        <p14:creationId xmlns:p14="http://schemas.microsoft.com/office/powerpoint/2010/main" val="4093003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4F90A1-22FF-4D17-87CA-9247B226E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BF63C1-FDDE-430E-BFF9-5E079CFD7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145238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83</Words>
  <Application>Microsoft Office PowerPoint</Application>
  <PresentationFormat>宽屏</PresentationFormat>
  <Paragraphs>20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HP</dc:creator>
  <cp:lastModifiedBy>562923958@qq.com</cp:lastModifiedBy>
  <cp:revision>6</cp:revision>
  <dcterms:created xsi:type="dcterms:W3CDTF">2023-08-09T12:44:00Z</dcterms:created>
  <dcterms:modified xsi:type="dcterms:W3CDTF">2025-11-07T07:27:18Z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0FFB374EF87741258E9EC42A4DEF22FC_13</vt:lpwstr>
  </property>
</Properties>
</file>